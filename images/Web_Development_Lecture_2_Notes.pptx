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Simplified Exam-Ready Notes for Web Development Lecture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Perfect — let’s break this chapter down into simple, exam‑ready notes so you can master it and hit that 100%.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Internet vs World Wide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Internet = infrastructure (global network of networks)</a:t>
            </a:r>
          </a:p>
          <a:p>
            <a:r>
              <a:t>- World Wide Web = content (webpages stored on servers, accessed via browsers)</a:t>
            </a:r>
          </a:p>
          <a:p>
            <a:r>
              <a:t>- Memory hook: Internet = roads, Web = cars driving on them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Webpage Anatomy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Home Page: logo, navigation, search, hyperlinks</a:t>
            </a:r>
          </a:p>
          <a:p>
            <a:r>
              <a:t>- Landing Page: marketing-focused entry</a:t>
            </a:r>
          </a:p>
          <a:p>
            <a:r>
              <a:t>- Tip: Home = welcome, Landing = targeted purpose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Hyperlinks &amp;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Connect pages within or across sites</a:t>
            </a:r>
          </a:p>
          <a:p>
            <a:r>
              <a:t>- Styles: bold, underlined, colored</a:t>
            </a:r>
          </a:p>
          <a:p>
            <a:r>
              <a:t>- Consistency = good user experience</a:t>
            </a:r>
          </a:p>
          <a:p>
            <a:r>
              <a:t>- Memory hook: Links = bridges between islands of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Societal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Communication: email, chat, collaborative tools</a:t>
            </a:r>
          </a:p>
          <a:p>
            <a:r>
              <a:t>- Education: online courses, podcasts, LMS</a:t>
            </a:r>
          </a:p>
          <a:p>
            <a:r>
              <a:t>- Entertainment: streaming, gaming, social media</a:t>
            </a:r>
          </a:p>
          <a:p>
            <a:r>
              <a:t>- Business: e-commerce, telecommuting, video conferencing</a:t>
            </a:r>
          </a:p>
          <a:p>
            <a:r>
              <a:t>- Downside: blurred work-life boundaries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Internet Access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Broadband: DSL, fiber, satellite</a:t>
            </a:r>
          </a:p>
          <a:p>
            <a:r>
              <a:t>- Wi-Fi: local wireless networks</a:t>
            </a:r>
          </a:p>
          <a:p>
            <a:r>
              <a:t>- Mobile Wireless: 3G, 4G, 5G</a:t>
            </a:r>
          </a:p>
          <a:p>
            <a:r>
              <a:t>- Fixed Wireless: towers + antennas</a:t>
            </a:r>
          </a:p>
          <a:p>
            <a:r>
              <a:t>- Speed measured in bps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Browsers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Chrome (65%), Edge (20%), Firefox (10%), Others (5%)</a:t>
            </a:r>
          </a:p>
          <a:p>
            <a:r>
              <a:t>- Mobile browsers adapt content</a:t>
            </a:r>
          </a:p>
          <a:p>
            <a:r>
              <a:t>- Responsive Web Design ensures usability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URL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Protocol: http:// or https://</a:t>
            </a:r>
          </a:p>
          <a:p>
            <a:r>
              <a:t>- Domain Name: e.g., boston</a:t>
            </a:r>
          </a:p>
          <a:p>
            <a:r>
              <a:t>- Top-Level Domain: .com, .org, .edu</a:t>
            </a:r>
          </a:p>
          <a:p>
            <a:r>
              <a:t>- Path: /news</a:t>
            </a:r>
          </a:p>
          <a:p>
            <a:r>
              <a:t>- Example: https://business.com/news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Website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Personal: blogs, portfolios, hobbies</a:t>
            </a:r>
          </a:p>
          <a:p>
            <a:r>
              <a:t>- Organisational: associations, NGOs, topical sites</a:t>
            </a:r>
          </a:p>
          <a:p>
            <a:r>
              <a:t>- Commercial: businesses selling products/services (B2B, B2C, C2C)</a:t>
            </a:r>
          </a:p>
          <a:p>
            <a:r>
              <a:t>- Warning: online content is permanent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Search Engines: Google, Bing</a:t>
            </a:r>
          </a:p>
          <a:p>
            <a:r>
              <a:t>- Directories: human-curated categories</a:t>
            </a:r>
          </a:p>
          <a:p>
            <a:r>
              <a:t>- Portals: AOL, MSN, MyYahoo!, usa.gov</a:t>
            </a:r>
          </a:p>
          <a:p>
            <a:r>
              <a:t>- SEO = meta tags + inbound links + clear 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Markup Languages: HTML, XML</a:t>
            </a:r>
          </a:p>
          <a:p>
            <a:r>
              <a:t>- CSS: style control</a:t>
            </a:r>
          </a:p>
          <a:p>
            <a:r>
              <a:t>- Scripting: JavaScript, PHP</a:t>
            </a:r>
          </a:p>
          <a:p>
            <a:r>
              <a:t>- Editors: Notepad, HTML-Kit, CoffeeCup</a:t>
            </a:r>
          </a:p>
          <a:p>
            <a:r>
              <a:t>- WYSIWYG Editors: Dreamweaver</a:t>
            </a:r>
          </a:p>
          <a:p>
            <a:r>
              <a:t>- CMS: WordPress, Joomla, Drupal</a:t>
            </a:r>
          </a:p>
          <a:p>
            <a:r>
              <a:t>- Rule: HTML = structure, CSS = style, JS/PHP = behavior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Content Writer: text, SEO, social media</a:t>
            </a:r>
          </a:p>
          <a:p>
            <a:r>
              <a:t>- Web Designer: graphics, layout, RWD</a:t>
            </a:r>
          </a:p>
          <a:p>
            <a:r>
              <a:t>- UI/UX Manager: user experience</a:t>
            </a:r>
          </a:p>
          <a:p>
            <a:r>
              <a:t>- Graphic Artist: logos, images, 3D props</a:t>
            </a:r>
          </a:p>
          <a:p>
            <a:r>
              <a:t>- Teamwork blends creative + technical + oversight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Memorize distinctions: Internet vs Web, Home vs Landing, B2B vs B2C vs C2C</a:t>
            </a:r>
          </a:p>
          <a:p>
            <a:r>
              <a:t>- Acronyms: ICED, HNC</a:t>
            </a:r>
          </a:p>
          <a:p>
            <a:r>
              <a:t>- Practice with examples: blog portfolio, NGO site, Amazon</a:t>
            </a:r>
          </a:p>
          <a:p>
            <a:r>
              <a:t>- Active recall: quiz yourself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With this breakdown, you’ve got the chapter simplified into exam‑ready notes.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